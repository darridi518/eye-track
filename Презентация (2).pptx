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72" r:id="rId4"/>
    <p:sldId id="273" r:id="rId5"/>
    <p:sldId id="256" r:id="rId6"/>
    <p:sldId id="274" r:id="rId7"/>
    <p:sldId id="275" r:id="rId8"/>
    <p:sldId id="257" r:id="rId9"/>
    <p:sldId id="279" r:id="rId10"/>
    <p:sldId id="281" r:id="rId11"/>
    <p:sldId id="258" r:id="rId12"/>
    <p:sldId id="280" r:id="rId13"/>
    <p:sldId id="282" r:id="rId14"/>
    <p:sldId id="269" r:id="rId15"/>
    <p:sldId id="259" r:id="rId16"/>
    <p:sldId id="270" r:id="rId17"/>
    <p:sldId id="271" r:id="rId18"/>
    <p:sldId id="260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8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271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224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48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05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104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0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605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76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945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28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220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018D6-5847-4FE5-BA3E-337EAA94C9EA}" type="datetimeFigureOut">
              <a:rPr lang="ru-RU" smtClean="0"/>
              <a:t>15.04.2026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02071-1315-42D6-B96E-0DE0A978594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8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4B5E37-3DEE-426A-AAFD-4A7F95DF57B7}"/>
              </a:ext>
            </a:extLst>
          </p:cNvPr>
          <p:cNvSpPr/>
          <p:nvPr/>
        </p:nvSpPr>
        <p:spPr>
          <a:xfrm rot="19548839">
            <a:off x="-6176126" y="-1177222"/>
            <a:ext cx="10845832" cy="4428485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D9F9F6-8042-420F-9BBA-C8FEA8B1B305}"/>
              </a:ext>
            </a:extLst>
          </p:cNvPr>
          <p:cNvSpPr/>
          <p:nvPr/>
        </p:nvSpPr>
        <p:spPr>
          <a:xfrm rot="19548839">
            <a:off x="7656780" y="3373722"/>
            <a:ext cx="11197379" cy="41449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CAC123-9122-4BB1-A88F-6ADD3B57C3B7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7C3B13E-FADE-4A07-A5A4-91461E7E34C6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515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4455331-F558-4E51-938F-7572400ED0E4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0BFE771-AD2D-4FAF-9050-22542BFF5A42}"/>
              </a:ext>
            </a:extLst>
          </p:cNvPr>
          <p:cNvSpPr/>
          <p:nvPr/>
        </p:nvSpPr>
        <p:spPr>
          <a:xfrm rot="16200000">
            <a:off x="5603370" y="381000"/>
            <a:ext cx="7081260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401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62271" y="7604123"/>
            <a:ext cx="3267456" cy="412178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2DA381B-38DC-4542-8FA6-D55756CE46F5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DBAC9C-9181-4F77-AA96-BD0F7D80569B}"/>
              </a:ext>
            </a:extLst>
          </p:cNvPr>
          <p:cNvSpPr/>
          <p:nvPr/>
        </p:nvSpPr>
        <p:spPr>
          <a:xfrm rot="16200000">
            <a:off x="5603369" y="381000"/>
            <a:ext cx="7081261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490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Подзаголовок 2">
            <a:extLst>
              <a:ext uri="{FF2B5EF4-FFF2-40B4-BE49-F238E27FC236}">
                <a16:creationId xmlns:a16="http://schemas.microsoft.com/office/drawing/2014/main" id="{ED0C9986-9425-4A2C-B05C-DE7038B4975F}"/>
              </a:ext>
            </a:extLst>
          </p:cNvPr>
          <p:cNvSpPr txBox="1">
            <a:spLocks/>
          </p:cNvSpPr>
          <p:nvPr/>
        </p:nvSpPr>
        <p:spPr>
          <a:xfrm>
            <a:off x="4218686" y="75152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3E894CD-9B27-4B09-8382-D88586C7503C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33F7E2A-7012-4EB5-B32D-07454BE02474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002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">
        <p159:morph option="byObject"/>
      </p:transition>
    </mc:Choice>
    <mc:Fallback xmlns="">
      <p:transition spd="slow" advTm="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8E251996-0168-4281-BA35-94C52E9AEFC7}"/>
              </a:ext>
            </a:extLst>
          </p:cNvPr>
          <p:cNvSpPr txBox="1">
            <a:spLocks/>
          </p:cNvSpPr>
          <p:nvPr/>
        </p:nvSpPr>
        <p:spPr>
          <a:xfrm>
            <a:off x="4218686" y="62325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D724A5B-8F0D-4889-B206-CC18BC840C6E}"/>
              </a:ext>
            </a:extLst>
          </p:cNvPr>
          <p:cNvSpPr/>
          <p:nvPr/>
        </p:nvSpPr>
        <p:spPr>
          <a:xfrm rot="16200000">
            <a:off x="-3540630" y="2533649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BC98E4-6C2B-4A2C-9E42-BDAB48A72ABD}"/>
              </a:ext>
            </a:extLst>
          </p:cNvPr>
          <p:cNvSpPr/>
          <p:nvPr/>
        </p:nvSpPr>
        <p:spPr>
          <a:xfrm rot="16200000">
            <a:off x="8651370" y="2533648"/>
            <a:ext cx="7081260" cy="179070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16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8E251996-0168-4281-BA35-94C52E9AEFC7}"/>
              </a:ext>
            </a:extLst>
          </p:cNvPr>
          <p:cNvSpPr txBox="1">
            <a:spLocks/>
          </p:cNvSpPr>
          <p:nvPr/>
        </p:nvSpPr>
        <p:spPr>
          <a:xfrm>
            <a:off x="4218686" y="6232523"/>
            <a:ext cx="3754627" cy="3841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Печерин Егор ИИ-71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B8D240-157D-4C25-AAE2-89999A75B3E5}"/>
              </a:ext>
            </a:extLst>
          </p:cNvPr>
          <p:cNvSpPr/>
          <p:nvPr/>
        </p:nvSpPr>
        <p:spPr>
          <a:xfrm rot="16200000">
            <a:off x="-492629" y="381002"/>
            <a:ext cx="7081260" cy="6095998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16A6CE-5590-4829-9273-5ABF8FC88AA9}"/>
              </a:ext>
            </a:extLst>
          </p:cNvPr>
          <p:cNvSpPr/>
          <p:nvPr/>
        </p:nvSpPr>
        <p:spPr>
          <a:xfrm rot="16200000">
            <a:off x="5603370" y="381000"/>
            <a:ext cx="7081260" cy="609600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750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265A9B62-13DA-4DCF-8885-3226B5D1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2804CE74-3AA3-47A8-9F71-79F1D39AF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C475AD6-A664-41FB-95FE-E5F592AD564F}"/>
              </a:ext>
            </a:extLst>
          </p:cNvPr>
          <p:cNvSpPr/>
          <p:nvPr/>
        </p:nvSpPr>
        <p:spPr>
          <a:xfrm rot="19548839">
            <a:off x="-2237267" y="-6104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49AF67E-FED4-464A-A6D7-7AFF8E588BCB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0926F6A-AD01-480F-8D0E-C3EB7DAA77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9784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A8356F6-9B0D-42BB-A379-6F8E893F3DFC}"/>
              </a:ext>
            </a:extLst>
          </p:cNvPr>
          <p:cNvSpPr/>
          <p:nvPr/>
        </p:nvSpPr>
        <p:spPr>
          <a:xfrm rot="19548839">
            <a:off x="4981035" y="4489278"/>
            <a:ext cx="15603034" cy="69028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2519C2E-E782-49B3-B980-D6FA1BA00BCB}"/>
              </a:ext>
            </a:extLst>
          </p:cNvPr>
          <p:cNvSpPr/>
          <p:nvPr/>
        </p:nvSpPr>
        <p:spPr>
          <a:xfrm rot="19548839">
            <a:off x="-7874487" y="-3261063"/>
            <a:ext cx="15577523" cy="566613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D52FB7-00CD-40CE-AB85-E83D9B934F26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20A1664-2027-44C2-9A24-308B6149D27D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C60DD14-2A19-447F-8CD4-14A56CCB6F2E}"/>
              </a:ext>
            </a:extLst>
          </p:cNvPr>
          <p:cNvSpPr/>
          <p:nvPr/>
        </p:nvSpPr>
        <p:spPr>
          <a:xfrm>
            <a:off x="0" y="7516813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1238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это такое?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0448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трекер глаз водителя, который в случае если водитель находится в бессознательном состоянии или отвлекся, выводит предупреждение и пытается привлечь его внимание звуком. В случае игнорирования этого предупреждения машина аккуратно останавливается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D1CB74-E7CE-4E3F-9853-D0B5FC217B44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FEB56E0-04F8-4CC7-843D-9906670D002A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7B61FC1-05C1-43BC-BCC1-3672E067BCF5}"/>
              </a:ext>
            </a:extLst>
          </p:cNvPr>
          <p:cNvSpPr/>
          <p:nvPr/>
        </p:nvSpPr>
        <p:spPr>
          <a:xfrm rot="19548839">
            <a:off x="-132608" y="1435098"/>
            <a:ext cx="17116086" cy="775335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92F2CA-D31A-4375-BD87-52F4C9D5B16E}"/>
              </a:ext>
            </a:extLst>
          </p:cNvPr>
          <p:cNvSpPr/>
          <p:nvPr/>
        </p:nvSpPr>
        <p:spPr>
          <a:xfrm rot="19548839">
            <a:off x="-2987580" y="-3013413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213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3129676-B385-4C7A-8352-8885A1775931}"/>
              </a:ext>
            </a:extLst>
          </p:cNvPr>
          <p:cNvSpPr/>
          <p:nvPr/>
        </p:nvSpPr>
        <p:spPr>
          <a:xfrm rot="19548839">
            <a:off x="-2242617" y="-640543"/>
            <a:ext cx="7081260" cy="266952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FDD0AA5-DFE2-437E-8649-B61AB929917E}"/>
              </a:ext>
            </a:extLst>
          </p:cNvPr>
          <p:cNvSpPr/>
          <p:nvPr/>
        </p:nvSpPr>
        <p:spPr>
          <a:xfrm rot="19548839">
            <a:off x="7587184" y="4667213"/>
            <a:ext cx="7081260" cy="2669526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C6360BE-8CC2-4D73-B0FB-2AC8D40AEA80}"/>
              </a:ext>
            </a:extLst>
          </p:cNvPr>
          <p:cNvSpPr/>
          <p:nvPr/>
        </p:nvSpPr>
        <p:spPr>
          <a:xfrm rot="19548839">
            <a:off x="-148260" y="1384198"/>
            <a:ext cx="17116086" cy="7809067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66A7BD3-4096-4E5C-9FCC-06BE16263F3D}"/>
              </a:ext>
            </a:extLst>
          </p:cNvPr>
          <p:cNvSpPr/>
          <p:nvPr/>
        </p:nvSpPr>
        <p:spPr>
          <a:xfrm rot="19548839">
            <a:off x="-2987580" y="-3013413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541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 advTm="10">
        <p159:morph option="byObject"/>
      </p:transition>
    </mc:Choice>
    <mc:Fallback xmlns="">
      <p:transition advTm="1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AAE4492-91A2-4832-8819-28C82A9B217D}"/>
              </a:ext>
            </a:extLst>
          </p:cNvPr>
          <p:cNvSpPr/>
          <p:nvPr/>
        </p:nvSpPr>
        <p:spPr>
          <a:xfrm rot="19548839">
            <a:off x="-12977982" y="-3045164"/>
            <a:ext cx="17122797" cy="8227022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409B38E-CB18-4957-9184-F0439A7AA915}"/>
              </a:ext>
            </a:extLst>
          </p:cNvPr>
          <p:cNvSpPr/>
          <p:nvPr/>
        </p:nvSpPr>
        <p:spPr>
          <a:xfrm rot="19548839">
            <a:off x="7630634" y="47227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9AD454-1E00-4FC7-9F49-25BD8EC0EDA2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7461B15-49BB-4E07-A0F0-BC717534F57D}"/>
              </a:ext>
            </a:extLst>
          </p:cNvPr>
          <p:cNvSpPr/>
          <p:nvPr/>
        </p:nvSpPr>
        <p:spPr>
          <a:xfrm rot="19548839">
            <a:off x="8237188" y="1581147"/>
            <a:ext cx="17116086" cy="7753354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2FC7515-9077-45CB-9376-5FF685D3E1DC}"/>
              </a:ext>
            </a:extLst>
          </p:cNvPr>
          <p:cNvSpPr/>
          <p:nvPr/>
        </p:nvSpPr>
        <p:spPr>
          <a:xfrm>
            <a:off x="0" y="-802005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63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flipH="1">
            <a:off x="838200" y="3014889"/>
            <a:ext cx="10515600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Мой продукт не будет продаваться отдельно. Он может являться новой функцией определенной марки машины (такие как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Mitsubishi, Toyota, Hyundai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 есть экономика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Eye-Tracker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понадобиться любому водителю в любое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время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>
            <a:off x="1436638" y="109950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оно будет и кому необходимо?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B6D868-C2DC-4E85-8250-3B93707A8232}"/>
              </a:ext>
            </a:extLst>
          </p:cNvPr>
          <p:cNvSpPr/>
          <p:nvPr/>
        </p:nvSpPr>
        <p:spPr>
          <a:xfrm rot="19548839">
            <a:off x="7592534" y="4684612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42FDD10-8FEC-45B7-B55F-DA1405EC966D}"/>
              </a:ext>
            </a:extLst>
          </p:cNvPr>
          <p:cNvSpPr/>
          <p:nvPr/>
        </p:nvSpPr>
        <p:spPr>
          <a:xfrm rot="19548839">
            <a:off x="-2237267" y="-623144"/>
            <a:ext cx="7081260" cy="2650481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978A5C-D217-4043-9BC1-B1B71A1DB9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1550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A8A1DE7-DDC0-440D-8CA8-98791BD8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A96C80-4B40-49F9-AFB6-DB0EA4B296BF}"/>
              </a:ext>
            </a:extLst>
          </p:cNvPr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C66EE-6E4E-4C89-85A5-B6BC674C6CF9}"/>
              </a:ext>
            </a:extLst>
          </p:cNvPr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DE498-B2CF-42D1-A2C8-15639E07EF86}"/>
              </a:ext>
            </a:extLst>
          </p:cNvPr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3D667C-2DC8-412E-A155-F87712C7AF5B}"/>
              </a:ext>
            </a:extLst>
          </p:cNvPr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✅-❌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E781B-1302-4F53-85B2-C352B22D7F2B}"/>
              </a:ext>
            </a:extLst>
          </p:cNvPr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❌❌❌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728C8E4-064D-47FB-A274-ED829EE1E597}"/>
              </a:ext>
            </a:extLst>
          </p:cNvPr>
          <p:cNvSpPr/>
          <p:nvPr/>
        </p:nvSpPr>
        <p:spPr>
          <a:xfrm>
            <a:off x="-1" y="6346993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01503C1-F84C-42B5-8A5E-D83895D1CE0E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0278697-82BC-4662-A460-4086EF23FB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580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"/>
    </mc:Choice>
    <mc:Fallback xmlns="">
      <p:transition advTm="1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✅-❌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❌❌❌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1EAEE72-550E-47B3-94E1-B32816496A73}"/>
              </a:ext>
            </a:extLst>
          </p:cNvPr>
          <p:cNvSpPr/>
          <p:nvPr/>
        </p:nvSpPr>
        <p:spPr>
          <a:xfrm>
            <a:off x="-1" y="6346993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3DD0A1-6A64-43AE-A083-A5D051A01239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99C78C-2B1A-4C90-B885-DE4880E0D05C}"/>
              </a:ext>
            </a:extLst>
          </p:cNvPr>
          <p:cNvSpPr/>
          <p:nvPr/>
        </p:nvSpPr>
        <p:spPr>
          <a:xfrm>
            <a:off x="0" y="7953829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93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39FA273-ECC8-49B7-B6A9-1DBAFDEB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Дорожная карта: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75FB01-0A8B-4AE8-AC44-897C4046E240}"/>
              </a:ext>
            </a:extLst>
          </p:cNvPr>
          <p:cNvSpPr txBox="1"/>
          <p:nvPr/>
        </p:nvSpPr>
        <p:spPr>
          <a:xfrm>
            <a:off x="673988" y="1689736"/>
            <a:ext cx="38947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Продумать все детали программы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5A305-680F-4AEC-A062-F1444DC96948}"/>
              </a:ext>
            </a:extLst>
          </p:cNvPr>
          <p:cNvSpPr txBox="1"/>
          <p:nvPr/>
        </p:nvSpPr>
        <p:spPr>
          <a:xfrm>
            <a:off x="7364470" y="1689735"/>
            <a:ext cx="4180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неделя: 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Написать код для отслеживания глаз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5D9EA-2810-4FF9-951A-F2D34804AE27}"/>
              </a:ext>
            </a:extLst>
          </p:cNvPr>
          <p:cNvSpPr txBox="1"/>
          <p:nvPr/>
        </p:nvSpPr>
        <p:spPr>
          <a:xfrm>
            <a:off x="542990" y="2861118"/>
            <a:ext cx="4156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выполняемые программой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9E1309-57D7-4C0B-BB2E-82C0DAC2EC5B}"/>
              </a:ext>
            </a:extLst>
          </p:cNvPr>
          <p:cNvSpPr txBox="1"/>
          <p:nvPr/>
        </p:nvSpPr>
        <p:spPr>
          <a:xfrm>
            <a:off x="7555388" y="2861117"/>
            <a:ext cx="386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4-7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на неожиданные идеи и тесты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✅-❌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E2500-BAD1-419C-8173-42B1A526F35E}"/>
              </a:ext>
            </a:extLst>
          </p:cNvPr>
          <p:cNvSpPr txBox="1"/>
          <p:nvPr/>
        </p:nvSpPr>
        <p:spPr>
          <a:xfrm>
            <a:off x="5093276" y="4928616"/>
            <a:ext cx="200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неделя: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Сдача проекта.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❌❌❌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ABBDB2-89C8-4618-A583-5FF90A8F0660}"/>
              </a:ext>
            </a:extLst>
          </p:cNvPr>
          <p:cNvSpPr/>
          <p:nvPr/>
        </p:nvSpPr>
        <p:spPr>
          <a:xfrm>
            <a:off x="-1" y="3428999"/>
            <a:ext cx="12192000" cy="342582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CF8E61-1829-422F-B98B-0005A47EEACD}"/>
              </a:ext>
            </a:extLst>
          </p:cNvPr>
          <p:cNvSpPr/>
          <p:nvPr/>
        </p:nvSpPr>
        <p:spPr>
          <a:xfrm>
            <a:off x="0" y="-1270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C00A5B-810B-4E52-BA23-F08CDF3622E9}"/>
              </a:ext>
            </a:extLst>
          </p:cNvPr>
          <p:cNvSpPr/>
          <p:nvPr/>
        </p:nvSpPr>
        <p:spPr>
          <a:xfrm>
            <a:off x="-1" y="-7577"/>
            <a:ext cx="12192000" cy="5078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466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">
        <p159:morph option="byObject"/>
      </p:transition>
    </mc:Choice>
    <mc:Fallback xmlns="">
      <p:transition spd="slow" advTm="1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FB3767-9109-4347-BFB9-6C0C26554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(только приложения):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89CA1E88-BD34-4C07-85EA-141AE4EA2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safe - Drowsy Alert (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GalaxyLab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Awake - Stay Alert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Less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 Alert – Stay Awake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378A9F4-77A0-4422-8663-977441EB26E4}"/>
              </a:ext>
            </a:extLst>
          </p:cNvPr>
          <p:cNvSpPr/>
          <p:nvPr/>
        </p:nvSpPr>
        <p:spPr>
          <a:xfrm>
            <a:off x="-1" y="-7578"/>
            <a:ext cx="12192000" cy="3436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8EE9511-020A-49B2-AD50-C523355A5BC0}"/>
              </a:ext>
            </a:extLst>
          </p:cNvPr>
          <p:cNvSpPr/>
          <p:nvPr/>
        </p:nvSpPr>
        <p:spPr>
          <a:xfrm>
            <a:off x="-1" y="3428999"/>
            <a:ext cx="12192000" cy="342582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79AEFB-AD96-4065-892C-499746BFC9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92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"/>
    </mc:Choice>
    <mc:Fallback xmlns="">
      <p:transition advTm="1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6A17BC3-C046-4119-AE8E-DE49FE319E14}"/>
              </a:ext>
            </a:extLst>
          </p:cNvPr>
          <p:cNvSpPr/>
          <p:nvPr/>
        </p:nvSpPr>
        <p:spPr>
          <a:xfrm>
            <a:off x="-1" y="-7578"/>
            <a:ext cx="12192000" cy="34365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B4BA4C-7DBD-4EC4-8744-B974DC9CDEBD}"/>
              </a:ext>
            </a:extLst>
          </p:cNvPr>
          <p:cNvSpPr/>
          <p:nvPr/>
        </p:nvSpPr>
        <p:spPr>
          <a:xfrm>
            <a:off x="-1" y="3418247"/>
            <a:ext cx="12192000" cy="343657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аналоги (только приложения):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safe - </a:t>
            </a:r>
            <a:r>
              <a:rPr lang="en-US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Drowsy Alert</a:t>
            </a: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Awake - Stay Alert</a:t>
            </a: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Sleep Less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Drowsy Alert – Stay Awake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A53484-ADE8-4689-A951-4DF717AA81A4}"/>
              </a:ext>
            </a:extLst>
          </p:cNvPr>
          <p:cNvSpPr/>
          <p:nvPr/>
        </p:nvSpPr>
        <p:spPr>
          <a:xfrm>
            <a:off x="0" y="-8258634"/>
            <a:ext cx="12192000" cy="6858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1616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5016" y="2532253"/>
            <a:ext cx="6056376" cy="1325563"/>
          </a:xfrm>
        </p:spPr>
        <p:txBody>
          <a:bodyPr/>
          <a:lstStyle/>
          <a:p>
            <a:r>
              <a:rPr lang="ru-RU" dirty="0">
                <a:latin typeface="Comic Sans MS" panose="030F0702030302020204" pitchFamily="66" charset="0"/>
              </a:rPr>
              <a:t>Спасибо за внимание</a:t>
            </a:r>
            <a:r>
              <a:rPr lang="en-US" dirty="0">
                <a:latin typeface="Comic Sans MS" panose="030F0702030302020204" pitchFamily="66" charset="0"/>
              </a:rPr>
              <a:t>!</a:t>
            </a: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A71A64-75A4-4057-9510-37C27B750876}"/>
              </a:ext>
            </a:extLst>
          </p:cNvPr>
          <p:cNvSpPr txBox="1"/>
          <p:nvPr/>
        </p:nvSpPr>
        <p:spPr>
          <a:xfrm>
            <a:off x="93945" y="6290374"/>
            <a:ext cx="1835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66958-E859-4BB8-88A7-07618815941D}"/>
              </a:ext>
            </a:extLst>
          </p:cNvPr>
          <p:cNvSpPr txBox="1"/>
          <p:nvPr/>
        </p:nvSpPr>
        <p:spPr>
          <a:xfrm>
            <a:off x="10607186" y="6290374"/>
            <a:ext cx="129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</a:t>
            </a:r>
          </a:p>
        </p:txBody>
      </p:sp>
      <p:pic>
        <p:nvPicPr>
          <p:cNvPr id="7" name="Picture 4" descr="a black and white cat laying down on a white surface">
            <a:extLst>
              <a:ext uri="{FF2B5EF4-FFF2-40B4-BE49-F238E27FC236}">
                <a16:creationId xmlns:a16="http://schemas.microsoft.com/office/drawing/2014/main" id="{AEE12774-DDEB-4272-BF6C-5A37861971A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58799"/>
            <a:ext cx="609600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6113F20-2A00-4535-8F37-EEB4A88D1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2" y="4798733"/>
            <a:ext cx="1491641" cy="149164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AE7F7FD-DAF3-4DF4-98B5-7E380207B5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151" y="4798732"/>
            <a:ext cx="1491641" cy="14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60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476</Words>
  <Application>Microsoft Office PowerPoint</Application>
  <PresentationFormat>Широкоэкранный</PresentationFormat>
  <Paragraphs>87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Comic Sans MS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Eye-Tracker</vt:lpstr>
      <vt:lpstr>Eye-Tracker</vt:lpstr>
      <vt:lpstr>Eye-Tracker</vt:lpstr>
      <vt:lpstr>Eye-Tracker</vt:lpstr>
      <vt:lpstr>Что это такое?</vt:lpstr>
      <vt:lpstr>Что это такое?</vt:lpstr>
      <vt:lpstr>Что это такое?</vt:lpstr>
      <vt:lpstr>Где оно будет и кому необходимо?</vt:lpstr>
      <vt:lpstr>Где оно будет и кому необходимо?</vt:lpstr>
      <vt:lpstr>Где оно будет и кому необходимо?</vt:lpstr>
      <vt:lpstr>Дорожная карта:</vt:lpstr>
      <vt:lpstr>Дорожная карта:</vt:lpstr>
      <vt:lpstr>Дорожная карта:</vt:lpstr>
      <vt:lpstr>Существующие аналоги (только приложения):</vt:lpstr>
      <vt:lpstr>Существующие аналоги (только приложения):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Eye-tracker</dc:title>
  <dc:creator>student</dc:creator>
  <cp:lastModifiedBy>Dar</cp:lastModifiedBy>
  <cp:revision>24</cp:revision>
  <dcterms:created xsi:type="dcterms:W3CDTF">2026-03-21T05:46:30Z</dcterms:created>
  <dcterms:modified xsi:type="dcterms:W3CDTF">2026-04-15T14:51:09Z</dcterms:modified>
</cp:coreProperties>
</file>