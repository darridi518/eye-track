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4" d="100"/>
          <a:sy n="84" d="100"/>
        </p:scale>
        <p:origin x="629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2018D6-5847-4FE5-BA3E-337EAA94C9EA}" type="datetimeFigureOut">
              <a:rPr lang="ru-RU" smtClean="0"/>
              <a:t>21.03.2026</a:t>
            </a:fld>
            <a:endParaRPr lang="ru-RU" dirty="0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602071-1315-42D6-B96E-0DE0A978594B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8952710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2018D6-5847-4FE5-BA3E-337EAA94C9EA}" type="datetimeFigureOut">
              <a:rPr lang="ru-RU" smtClean="0"/>
              <a:t>21.03.2026</a:t>
            </a:fld>
            <a:endParaRPr lang="ru-RU" dirty="0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602071-1315-42D6-B96E-0DE0A978594B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9922479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2018D6-5847-4FE5-BA3E-337EAA94C9EA}" type="datetimeFigureOut">
              <a:rPr lang="ru-RU" smtClean="0"/>
              <a:t>21.03.2026</a:t>
            </a:fld>
            <a:endParaRPr lang="ru-RU" dirty="0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602071-1315-42D6-B96E-0DE0A978594B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704820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2018D6-5847-4FE5-BA3E-337EAA94C9EA}" type="datetimeFigureOut">
              <a:rPr lang="ru-RU" smtClean="0"/>
              <a:t>21.03.2026</a:t>
            </a:fld>
            <a:endParaRPr lang="ru-RU" dirty="0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602071-1315-42D6-B96E-0DE0A978594B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8600517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2018D6-5847-4FE5-BA3E-337EAA94C9EA}" type="datetimeFigureOut">
              <a:rPr lang="ru-RU" smtClean="0"/>
              <a:t>21.03.2026</a:t>
            </a:fld>
            <a:endParaRPr lang="ru-RU" dirty="0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602071-1315-42D6-B96E-0DE0A978594B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110438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2018D6-5847-4FE5-BA3E-337EAA94C9EA}" type="datetimeFigureOut">
              <a:rPr lang="ru-RU" smtClean="0"/>
              <a:t>21.03.2026</a:t>
            </a:fld>
            <a:endParaRPr lang="ru-RU" dirty="0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602071-1315-42D6-B96E-0DE0A978594B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215095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2018D6-5847-4FE5-BA3E-337EAA94C9EA}" type="datetimeFigureOut">
              <a:rPr lang="ru-RU" smtClean="0"/>
              <a:t>21.03.2026</a:t>
            </a:fld>
            <a:endParaRPr lang="ru-RU" dirty="0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602071-1315-42D6-B96E-0DE0A978594B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8260586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2018D6-5847-4FE5-BA3E-337EAA94C9EA}" type="datetimeFigureOut">
              <a:rPr lang="ru-RU" smtClean="0"/>
              <a:t>21.03.2026</a:t>
            </a:fld>
            <a:endParaRPr lang="ru-RU" dirty="0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602071-1315-42D6-B96E-0DE0A978594B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827652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 dirty="0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2018D6-5847-4FE5-BA3E-337EAA94C9EA}" type="datetimeFigureOut">
              <a:rPr lang="ru-RU" smtClean="0"/>
              <a:t>21.03.2026</a:t>
            </a:fld>
            <a:endParaRPr lang="ru-RU" dirty="0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602071-1315-42D6-B96E-0DE0A978594B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9439454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2018D6-5847-4FE5-BA3E-337EAA94C9EA}" type="datetimeFigureOut">
              <a:rPr lang="ru-RU" smtClean="0"/>
              <a:t>21.03.2026</a:t>
            </a:fld>
            <a:endParaRPr lang="ru-RU" dirty="0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602071-1315-42D6-B96E-0DE0A978594B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5062833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2018D6-5847-4FE5-BA3E-337EAA94C9EA}" type="datetimeFigureOut">
              <a:rPr lang="ru-RU" smtClean="0"/>
              <a:t>21.03.2026</a:t>
            </a:fld>
            <a:endParaRPr lang="ru-RU" dirty="0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602071-1315-42D6-B96E-0DE0A978594B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9722014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82018D6-5847-4FE5-BA3E-337EAA94C9EA}" type="datetimeFigureOut">
              <a:rPr lang="ru-RU" smtClean="0"/>
              <a:t>21.03.2026</a:t>
            </a:fld>
            <a:endParaRPr lang="ru-RU" dirty="0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0602071-1315-42D6-B96E-0DE0A978594B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6999874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214438"/>
            <a:ext cx="9144000" cy="2387600"/>
          </a:xfrm>
        </p:spPr>
        <p:txBody>
          <a:bodyPr/>
          <a:lstStyle/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Eye-Tracker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8924544" y="6445822"/>
            <a:ext cx="3267456" cy="412178"/>
          </a:xfrm>
        </p:spPr>
        <p:txBody>
          <a:bodyPr>
            <a:normAutofit/>
          </a:bodyPr>
          <a:lstStyle/>
          <a:p>
            <a:r>
              <a:rPr lang="ru-RU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Автор: </a:t>
            </a:r>
            <a:r>
              <a:rPr lang="ru-RU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Печерин</a:t>
            </a:r>
            <a:r>
              <a:rPr lang="ru-RU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Егор ИИ-71</a:t>
            </a:r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6936" y="4888294"/>
            <a:ext cx="1402080" cy="14020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0" y="6290374"/>
            <a:ext cx="18359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РЕПОЗИТОРИЙ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52888" y="4888294"/>
            <a:ext cx="1389412" cy="14020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101808" y="6290374"/>
            <a:ext cx="12915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ПРОФИЛЬ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950023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Что это такое?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Eye-Tracker – </a:t>
            </a:r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это </a:t>
            </a:r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трекер</a:t>
            </a:r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глаз водителя, который в случае если водитель находится в бессознательном состоянии, выведет предупреждение и попытается разбудит водителя звуком. В случае игнорирования этого предупреждения машина аккуратно остановится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397841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Где оно будет и кому оно нужно?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 smtClean="0"/>
              <a:t>Мой продукт не будет продаваться как-то отдельно. Он может продаваться новая функция определенной марки машины (такие как </a:t>
            </a:r>
            <a:r>
              <a:rPr lang="en-US" dirty="0" smtClean="0"/>
              <a:t>Mitsubishi, Toyota, Hyundai </a:t>
            </a:r>
            <a:r>
              <a:rPr lang="ru-RU" dirty="0" smtClean="0"/>
              <a:t>и </a:t>
            </a:r>
            <a:r>
              <a:rPr lang="ru-RU" dirty="0" err="1" smtClean="0"/>
              <a:t>тд</a:t>
            </a:r>
            <a:r>
              <a:rPr lang="ru-RU" dirty="0" smtClean="0"/>
              <a:t>., то есть экономика </a:t>
            </a:r>
            <a:r>
              <a:rPr lang="en-US" dirty="0" smtClean="0"/>
              <a:t>B2B</a:t>
            </a:r>
            <a:r>
              <a:rPr lang="ru-RU" dirty="0" smtClean="0"/>
              <a:t>)</a:t>
            </a:r>
            <a:endParaRPr lang="ru-RU" dirty="0"/>
          </a:p>
          <a:p>
            <a:r>
              <a:rPr lang="en-US" dirty="0" smtClean="0"/>
              <a:t>Eye-Tracker </a:t>
            </a:r>
            <a:r>
              <a:rPr lang="ru-RU" dirty="0" smtClean="0"/>
              <a:t>может понадобиться кому угодно и когда угодно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545419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sz="4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Дорожная карта:</a:t>
            </a:r>
            <a:endParaRPr lang="ru-RU" sz="4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73988" y="1689736"/>
            <a:ext cx="389472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 неделя:  </a:t>
            </a:r>
          </a:p>
          <a:p>
            <a:pPr algn="ctr"/>
            <a:r>
              <a:rPr lang="ru-RU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Продумать все детали программы</a:t>
            </a:r>
            <a:endParaRPr lang="en-US" sz="20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✅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364470" y="1689735"/>
            <a:ext cx="418024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 неделя:  </a:t>
            </a:r>
          </a:p>
          <a:p>
            <a:pPr algn="ctr"/>
            <a:r>
              <a:rPr lang="ru-RU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Написать код для отслеживания глаз</a:t>
            </a:r>
            <a:endParaRPr lang="en-US" sz="20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✅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2990" y="2861118"/>
            <a:ext cx="415671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3 неделя:</a:t>
            </a:r>
          </a:p>
          <a:p>
            <a:pPr algn="ctr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</a:t>
            </a:r>
            <a:r>
              <a:rPr lang="ru-RU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ункции выполняемые программой</a:t>
            </a:r>
            <a:endParaRPr lang="en-US" sz="20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✅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555388" y="2861117"/>
            <a:ext cx="386546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4-7 неделя:</a:t>
            </a:r>
          </a:p>
          <a:p>
            <a:pPr algn="ctr"/>
            <a:r>
              <a:rPr lang="ru-RU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Время на неожиданные идеи и тесты</a:t>
            </a:r>
            <a:endParaRPr lang="en-US" sz="20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✅-❌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093276" y="4928616"/>
            <a:ext cx="200544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8 неделя:</a:t>
            </a:r>
          </a:p>
          <a:p>
            <a:pPr algn="ctr"/>
            <a:r>
              <a:rPr lang="ru-RU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Сдача проекта.</a:t>
            </a:r>
            <a:endParaRPr lang="en-US" sz="20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❌❌❌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027931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sz="4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Существующие аналоги (только приложения):</a:t>
            </a:r>
            <a:endParaRPr lang="ru-RU" sz="4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Drive safe -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Drowsy Alert (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GalaxyLab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r>
              <a:rPr lang="en-US" dirty="0"/>
              <a:t>Awake - Stay </a:t>
            </a:r>
            <a:r>
              <a:rPr lang="en-US" dirty="0" smtClean="0"/>
              <a:t>Alert</a:t>
            </a:r>
          </a:p>
          <a:p>
            <a:r>
              <a:rPr lang="en-US" dirty="0"/>
              <a:t>Sleep </a:t>
            </a:r>
            <a:r>
              <a:rPr lang="en-US" dirty="0" smtClean="0"/>
              <a:t>Less</a:t>
            </a:r>
          </a:p>
          <a:p>
            <a:r>
              <a:rPr lang="en-US" dirty="0"/>
              <a:t>Drowsy Alert – Stay Awake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816164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795016" y="2532253"/>
            <a:ext cx="6056376" cy="1325563"/>
          </a:xfrm>
        </p:spPr>
        <p:txBody>
          <a:bodyPr/>
          <a:lstStyle/>
          <a:p>
            <a:r>
              <a:rPr lang="ru-RU" dirty="0" smtClean="0">
                <a:latin typeface="Comic Sans MS" panose="030F0702030302020204" pitchFamily="66" charset="0"/>
              </a:rPr>
              <a:t>Спасибо за внимание</a:t>
            </a:r>
            <a:r>
              <a:rPr lang="en-US" dirty="0" smtClean="0">
                <a:latin typeface="Comic Sans MS" panose="030F0702030302020204" pitchFamily="66" charset="0"/>
              </a:rPr>
              <a:t>!</a:t>
            </a:r>
            <a:endParaRPr lang="ru-RU" dirty="0">
              <a:latin typeface="Comic Sans MS" panose="030F0702030302020204" pitchFamily="66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35636440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74</TotalTime>
  <Words>168</Words>
  <Application>Microsoft Office PowerPoint</Application>
  <PresentationFormat>Широкоэкранный</PresentationFormat>
  <Paragraphs>31</Paragraphs>
  <Slides>6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6</vt:i4>
      </vt:variant>
    </vt:vector>
  </HeadingPairs>
  <TitlesOfParts>
    <vt:vector size="12" baseType="lpstr">
      <vt:lpstr>Arial</vt:lpstr>
      <vt:lpstr>Calibri</vt:lpstr>
      <vt:lpstr>Calibri Light</vt:lpstr>
      <vt:lpstr>Comic Sans MS</vt:lpstr>
      <vt:lpstr>Times New Roman</vt:lpstr>
      <vt:lpstr>Тема Office</vt:lpstr>
      <vt:lpstr>Eye-Tracker</vt:lpstr>
      <vt:lpstr>Что это такое?</vt:lpstr>
      <vt:lpstr>Где оно будет и кому оно нужно?</vt:lpstr>
      <vt:lpstr>Дорожная карта:</vt:lpstr>
      <vt:lpstr>Существующие аналоги (только приложения):</vt:lpstr>
      <vt:lpstr>Спасибо за внимание!</vt:lpstr>
    </vt:vector>
  </TitlesOfParts>
  <Company>SPecialiST RePack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Eye-tracker</dc:title>
  <dc:creator>student</dc:creator>
  <cp:lastModifiedBy>student</cp:lastModifiedBy>
  <cp:revision>7</cp:revision>
  <dcterms:created xsi:type="dcterms:W3CDTF">2026-03-21T05:46:30Z</dcterms:created>
  <dcterms:modified xsi:type="dcterms:W3CDTF">2026-03-21T07:01:17Z</dcterms:modified>
</cp:coreProperties>
</file>